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Transformers &amp; Modern Attention Mechanisms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Attention Is All You Need | Multi-Head Self-Attention &amp; LLM Foundations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Limitations of Recurrent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move beyond RNNs and LSTMs?</a:t>
            </a:r>
          </a:p>
          <a:p>
            <a:r>
              <a:t>• Sequential bottleneck: RNNs compute step-by-step (t-1 -&gt; t), preventing parallel GPU training.</a:t>
            </a:r>
          </a:p>
          <a:p>
            <a:r>
              <a:t>• Information bottleneck: Compressing an entire sentence into a fixed-length vector loses fine details.</a:t>
            </a:r>
          </a:p>
          <a:p>
            <a:r>
              <a:t>• Long path length: Information must traverse O(N) sequential steps between tokens.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Scaled Dot-Product 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Mathematical Core of Transformers:</a:t>
            </a:r>
          </a:p>
          <a:p>
            <a:r>
              <a:t>• Every token is projected into Query (Q), Key (K), and Value (V) matrices.</a:t>
            </a:r>
          </a:p>
          <a:p>
            <a:r>
              <a:t>• Formula: Attention(Q, K, V) = softmax( (Q * K^T) / sqrt(d_k) ) * V</a:t>
            </a:r>
          </a:p>
          <a:p>
            <a:r>
              <a:t>• The scaling factor sqrt(d_k) prevents large dot products from pushing softmax into vanishing gradient regions.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Multi-Head Attention &amp; Positional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Capturing Diverse Relationships:</a:t>
            </a:r>
          </a:p>
          <a:p>
            <a:r>
              <a:t>• Multi-Head Attention projects Q, K, V into h different subspaces, enabling the model to jointly attend to syntactic, semantic, and positional aspects.</a:t>
            </a:r>
          </a:p>
          <a:p>
            <a:r>
              <a:t>• Positional Encoding (sinusoidal or learned) injects order information since attention is permutation invariant.</a:t>
            </a:r>
          </a:p>
          <a:p>
            <a:r>
              <a:t>• Modern LLMs (BERT = Encoder only, GPT = Decoder only, T5 = Encoder-Decoder).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